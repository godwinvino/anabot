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9401-EE66-7B4F-6707-AE5CEE3E1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2EBB-E153-8B25-705F-FEB8CE5B9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1D40-0324-1F8E-D274-995CC154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A920D-386A-F09A-B34D-8376399D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C489-54D0-6985-F9DE-2AB6F892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42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F6C8-FB76-BE4D-8290-AD1D772D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9810-7A35-5CC0-C6C2-4879F2F93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DC47-36E8-B01F-C10F-2AC709BF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8E4C6-667F-5A2E-F8E2-20C14EEF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C0F1-5851-64F9-BB9A-0CB940D7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49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3DDD-8B6B-DEED-717B-D90231E7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9B698-877F-DB2D-998E-B1A4E983F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13D6-5F81-1CA8-43A5-DD4DFE81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A0D59-6608-7F2B-640F-A09DE1C9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61B69-4B23-F0FD-092B-5605DAA8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44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CA37-4548-BBA8-15CB-75B1FF13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0573-B91F-38C7-920A-9506DD7F3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36CA4-665D-591D-4DD2-3F8EAAE6D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2E84-0D29-350A-4351-7E5D767F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F0CA8-3F49-1F62-BBD6-ED85BEE9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744A-2A79-9482-2AD4-0AC8328A0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2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E36B-91D0-5388-4942-35C437DF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17CAC-C99D-44A6-3E31-68B277035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50DAD-4C4D-C1D2-9EC4-CC66E0227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7C794-8183-3B15-F000-F40AA09C0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0EEA2-CBBA-4252-0BEE-411FD34C2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DDBD2-A533-F97F-2437-AB8F0BB4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2EC46-052A-3F4D-925C-D0F3E0E7F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D9010-F394-7CD7-D29D-B6108B97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463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C68C-B513-F5D0-F11B-AE0B53C0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66F59-D875-1D2E-8556-C88BBEE6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3B47-F08D-AABE-A955-61195FE0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9878D-C8D0-AD92-F63E-2B05F448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68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D3B52-0B24-502A-44FA-D0095C6C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256FD-5C61-08F6-9CB2-7AFBF9448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4A9E3-0C11-29A8-8108-66BAAEAF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77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C6C7-267A-4409-3AEE-6E7BBC51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C227-404D-FDFC-50AE-5660BB97F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5A84F-A41A-6EB9-182C-839112D10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BA1EE-9F65-1439-6DCE-FE7DC092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BC614-2A94-2457-F83B-52067CC5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85855-82A4-B233-B2C1-0385E7B1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72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69FC-1984-BE1E-4615-A09A8D05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66E90-9DAD-5F94-C07C-73C309586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C4E59-8734-2F0A-5A54-F20C57569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6D512-4621-2587-A402-48F8FC5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357EF-E68D-1F77-A1B5-99132A41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7FFAE-E2A5-DF23-FE91-BEF93B10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762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E08F-B774-1721-D3D2-9C5B5B0A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37C8A-37FA-1065-620B-9AF25E697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88F6-E02D-A33A-DF74-DF0C5ED5B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76A49-A6F4-C1B5-0EAC-3D3C245EA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62548-B923-8B22-FACE-E481B84F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31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3EA1C-5845-3A90-521A-4AC79070D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ADEDD-01FF-E599-87F9-AEB6A95FE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C7DD3-8DBA-0301-6053-C156D697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A431-18FE-FE97-A17F-F8BDFDCD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70116-BC3F-E803-FEC2-C6803059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11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00854-DB99-812B-C684-EFAFB521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69104-27D7-501F-426D-3EE67E981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9E15-7E1B-3229-0E2D-497200172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198A9-C3FA-451D-A905-A7400C0F0E3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8B037-33E1-185B-05CF-D59A8D994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F290E-CB67-980F-7C68-89D63C906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FB04B-71E9-4D4B-A5AC-E46C64527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177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A657-AF35-AD56-E7C1-A4759AC5D8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What is ISRO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7EA0D-77DE-1CC8-8D3E-E7BC00839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Indian space research </a:t>
            </a:r>
            <a:r>
              <a:rPr lang="en-IN"/>
              <a:t>and organization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12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What is ISRO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GODWIN VINO</dc:creator>
  <cp:lastModifiedBy>GODWIN VINO</cp:lastModifiedBy>
  <cp:revision>2</cp:revision>
  <dcterms:created xsi:type="dcterms:W3CDTF">2026-04-15T20:13:35Z</dcterms:created>
  <dcterms:modified xsi:type="dcterms:W3CDTF">2026-04-15T20:23:50Z</dcterms:modified>
</cp:coreProperties>
</file>